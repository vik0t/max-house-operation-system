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bd1fefaed64376" /><Relationship Type="http://schemas.openxmlformats.org/officeDocument/2006/relationships/extended-properties" Target="/docProps/app.xml" Id="Rc6b8ed35dffe498e" /><Relationship Type="http://schemas.openxmlformats.org/officeDocument/2006/relationships/officeDocument" Target="/ppt/presentation.xml" Id="Rf836f88d722043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36424501904492"/>
  </p:sldMasterIdLst>
  <p:notesMasterIdLst>
    <p:notesMasterId xmlns:r="http://schemas.openxmlformats.org/officeDocument/2006/relationships" r:id="Rce2251e6374244b5"/>
  </p:notesMasterIdLst>
  <p:sldIdLst>
    <p:sldId xmlns:r="http://schemas.openxmlformats.org/officeDocument/2006/relationships" id="256" r:id="R84352d1968734e30"/>
    <p:sldId xmlns:r="http://schemas.openxmlformats.org/officeDocument/2006/relationships" id="257" r:id="R57946a38e0fb4c9e"/>
    <p:sldId xmlns:r="http://schemas.openxmlformats.org/officeDocument/2006/relationships" id="258" r:id="R3c5db912042b4cfa"/>
    <p:sldId xmlns:r="http://schemas.openxmlformats.org/officeDocument/2006/relationships" id="259" r:id="Rb71f59677ded4641"/>
    <p:sldId xmlns:r="http://schemas.openxmlformats.org/officeDocument/2006/relationships" id="260" r:id="R4b4d18a069a24f17"/>
    <p:sldId xmlns:r="http://schemas.openxmlformats.org/officeDocument/2006/relationships" id="261" r:id="R94cac002abfd4efe"/>
    <p:sldId xmlns:r="http://schemas.openxmlformats.org/officeDocument/2006/relationships" id="262" r:id="Rdc0028829e2e457d"/>
    <p:sldId xmlns:r="http://schemas.openxmlformats.org/officeDocument/2006/relationships" id="263" r:id="Ra2076263e9de4c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b65cf4a0d34c79" /><Relationship Type="http://schemas.openxmlformats.org/officeDocument/2006/relationships/slideMaster" Target="/ppt/slideMasters/slideMaster1.xml" Id="R6436424501904492" /><Relationship Type="http://schemas.openxmlformats.org/officeDocument/2006/relationships/notesMaster" Target="/ppt/notesMasters/notesMaster1.xml" Id="Rce2251e6374244b5" /><Relationship Type="http://schemas.openxmlformats.org/officeDocument/2006/relationships/presProps" Target="/ppt/presProps.xml" Id="Rf5eb897e38504bf9" /><Relationship Type="http://schemas.openxmlformats.org/officeDocument/2006/relationships/tableStyles" Target="/ppt/tableStyles.xml" Id="Rfc5a849e6f1d4966" /><Relationship Type="http://schemas.openxmlformats.org/officeDocument/2006/relationships/slide" Target="/ppt/slides/slide1.xml" Id="R84352d1968734e30" /><Relationship Type="http://schemas.openxmlformats.org/officeDocument/2006/relationships/slide" Target="/ppt/slides/slide2.xml" Id="R57946a38e0fb4c9e" /><Relationship Type="http://schemas.openxmlformats.org/officeDocument/2006/relationships/slide" Target="/ppt/slides/slide3.xml" Id="R3c5db912042b4cfa" /><Relationship Type="http://schemas.openxmlformats.org/officeDocument/2006/relationships/slide" Target="/ppt/slides/slide4.xml" Id="Rb71f59677ded4641" /><Relationship Type="http://schemas.openxmlformats.org/officeDocument/2006/relationships/slide" Target="/ppt/slides/slide5.xml" Id="R4b4d18a069a24f17" /><Relationship Type="http://schemas.openxmlformats.org/officeDocument/2006/relationships/slide" Target="/ppt/slides/slide6.xml" Id="R94cac002abfd4efe" /><Relationship Type="http://schemas.openxmlformats.org/officeDocument/2006/relationships/slide" Target="/ppt/slides/slide7.xml" Id="Rdc0028829e2e457d" /><Relationship Type="http://schemas.openxmlformats.org/officeDocument/2006/relationships/slide" Target="/ppt/slides/slide8.xml" Id="Ra2076263e9de4c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559e115b342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ed1196c7324201" /><Relationship Type="http://schemas.openxmlformats.org/officeDocument/2006/relationships/notesMaster" Target="/ppt/notesMasters/notesMaster1.xml" Id="R2c9110a09261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e56c2f58924c64" /><Relationship Type="http://schemas.openxmlformats.org/officeDocument/2006/relationships/notesMaster" Target="/ppt/notesMasters/notesMaster1.xml" Id="R71e63fa97ccb42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b1dc92289a4f00" /><Relationship Type="http://schemas.openxmlformats.org/officeDocument/2006/relationships/notesMaster" Target="/ppt/notesMasters/notesMaster1.xml" Id="Ra49ce32786374a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54322477844f12" /><Relationship Type="http://schemas.openxmlformats.org/officeDocument/2006/relationships/notesMaster" Target="/ppt/notesMasters/notesMaster1.xml" Id="R25a7ae85db76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e89decf9c646ba" /><Relationship Type="http://schemas.openxmlformats.org/officeDocument/2006/relationships/notesMaster" Target="/ppt/notesMasters/notesMaster1.xml" Id="R02561f719c124e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6896a383c540de" /><Relationship Type="http://schemas.openxmlformats.org/officeDocument/2006/relationships/notesMaster" Target="/ppt/notesMasters/notesMaster1.xml" Id="R900e748e8815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a4d8609fa6404b" /><Relationship Type="http://schemas.openxmlformats.org/officeDocument/2006/relationships/notesMaster" Target="/ppt/notesMasters/notesMaster1.xml" Id="Rcbde73635ef144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6650fdeecf4c41" /><Relationship Type="http://schemas.openxmlformats.org/officeDocument/2006/relationships/notesMaster" Target="/ppt/notesMasters/notesMaster1.xml" Id="Rde1d16c321e544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Основа: продуктовая спецификация MAX_DomPuls_Product_Technical_Spec_v3.md; README.md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и пример взяты из продуктовой спецификации. Не является результатом рыночного исследования.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Реализовано: Signal, Issue, Action, Submission, WorkOrder, Evidence, Verification, Asset timeline. Тест: tests/e2e/test_golden_path.py.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Роли и доступы: README.md, docs/max_setup.md, apps/api/app/settings.py. В режиме показа роль можно переключать; для эксплуатации нужен allowlist MAX user_id.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интеграция: MAX Bot API и MAX Bridge. Групповой опрос реализован и покрыт unit tests; живой групповой прогон требует тестового чата с ботом. Подробнее: docs/max_setup.md.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Метрики: reports/category_eval.json и docs/ai_metrics.md. Внешний OpenRouter получает только текст, который пользователь вручную пишет помощнику, с согласия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Проверка: README.md, configs/demo_house_a.yaml, configs/demo_house_b.yaml, tests/. Статус интеграций и ограничения перечислены в README.md и docs/evidence_registry.md.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Точный сценарий: docs/demo.md. Бот использует реальный MAX Bot API. Внешняя отправка в УК симулируется и явно отмечена в интерфейсе.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af10e80c94e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576d3541af46df" /><Relationship Type="http://schemas.openxmlformats.org/officeDocument/2006/relationships/slideLayout" Target="/ppt/slideLayouts/slideLayout1.xml" Id="Ref67b2576497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67b2576497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ce1d05725445b" /><Relationship Type="http://schemas.openxmlformats.org/officeDocument/2006/relationships/image" Target="/ppt/media/image.png" Id="R217c24780dba4c5e" /><Relationship Type="http://schemas.openxmlformats.org/officeDocument/2006/relationships/notesSlide" Target="/ppt/notesSlides/notesSlide1.xml" Id="Rdc21c70b5a2647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96b8011954da1" /><Relationship Type="http://schemas.openxmlformats.org/officeDocument/2006/relationships/image" Target="/ppt/media/image2.png" Id="Raa5a816bc8b64587" /><Relationship Type="http://schemas.openxmlformats.org/officeDocument/2006/relationships/notesSlide" Target="/ppt/notesSlides/notesSlide2.xml" Id="Rd832f3c914bd4f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6c0bbf7704ab8" /><Relationship Type="http://schemas.openxmlformats.org/officeDocument/2006/relationships/notesSlide" Target="/ppt/notesSlides/notesSlide3.xml" Id="Rfb5c6c7f6feb4e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5a8b6e1374920" /><Relationship Type="http://schemas.openxmlformats.org/officeDocument/2006/relationships/notesSlide" Target="/ppt/notesSlides/notesSlide4.xml" Id="R2e836001a1a243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93446c5d7416f" /><Relationship Type="http://schemas.openxmlformats.org/officeDocument/2006/relationships/image" Target="/ppt/media/image3.png" Id="R0f652d94067f452f" /><Relationship Type="http://schemas.openxmlformats.org/officeDocument/2006/relationships/notesSlide" Target="/ppt/notesSlides/notesSlide5.xml" Id="Rdbdf92ebbc5e45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a2d76c3864eb3" /><Relationship Type="http://schemas.openxmlformats.org/officeDocument/2006/relationships/notesSlide" Target="/ppt/notesSlides/notesSlide6.xml" Id="R08c99f609c4849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5d2a9b5eb4895" /><Relationship Type="http://schemas.openxmlformats.org/officeDocument/2006/relationships/notesSlide" Target="/ppt/notesSlides/notesSlide7.xml" Id="R2c6bb9f4f6fb4e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88ee910714e29" /><Relationship Type="http://schemas.openxmlformats.org/officeDocument/2006/relationships/notesSlide" Target="/ppt/notesSlides/notesSlide8.xml" Id="Rcc6d6b5f7cde44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0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EDB9E2-6B31-4327-BE53-9E7A170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4E9E4"/>
                </a:solidFill>
                <a:latin typeface="Arial"/>
                <a:ea typeface="Arial"/>
                <a:cs typeface="Arial"/>
              </a:rPr>
              <a:t>ПРОЕКТ ДЛЯ ХАКАТОНА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C8D1B-51BF-4762-B6AE-532A4E3E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ДомПульс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7E7FA-3839-4BD5-B59A-6E4B9D6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Сообщение жителя становится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проверенным результатом для дома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E01D3-8E99-43E1-878A-DFA8F227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Бот MAX · мини-приложение · история объектов дома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c24780dba4c5e"/>
          <a:stretch xmlns:a="http://schemas.openxmlformats.org/drawingml/2006/main"/>
        </p:blipFill>
        <p:spPr>
          <a:xfrm xmlns:a="http://schemas.openxmlformats.org/drawingml/2006/main">
            <a:off x="9144000" y="2534201"/>
            <a:ext cx="2286000" cy="24182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73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7BEFD-BF2C-4BF6-9615-2771AC4A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35BE7-537A-4C34-937B-79AEF8BB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Проблема повторяется. История теряется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37FE2-F434-46A3-AD80-6A880D1D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CA001-C63A-4139-8E79-AF0BCFE4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«Лифт опять встал, второй подъезд»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A6DDA-A87A-4F92-A815-A52A2544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838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Жителю важно знать, что случилось с лифтом раньше, кто сейчас отвечает за работу и подтвердили ли соседи результат.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59B1D-17B1-45A6-932E-CCF6B10A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53025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Единица продукта — состояние лифта во времени.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a816bc8b64587"/>
          <a:stretch xmlns:a="http://schemas.openxmlformats.org/drawingml/2006/main"/>
        </p:blipFill>
        <p:spPr>
          <a:xfrm xmlns:a="http://schemas.openxmlformats.org/drawingml/2006/main">
            <a:off x="9561016" y="3905250"/>
            <a:ext cx="1880592" cy="2057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57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DDFB0-489A-4337-8C30-D087F9E6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416CC-F6FD-4BE9-B831-59F7C4DF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Как работает замкнутый цикл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20318-105C-4BA9-AFED-1E6026E9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E3529-4EA7-4715-859C-05A46C0B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F9B09-8E6A-43AE-972B-5482CA4D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Сигналы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C70A6-6849-4605-9E73-8403100A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Сообщения жителей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в личке и группе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A23EF-DA79-4B1D-A3BF-A36E6551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E40D2-93CC-46BE-9270-F9B241DB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Объект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BF10B-3962-408E-9D6A-908FE357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Проблема лифта №2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и прошлые инциденты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C4829-8773-4760-9891-F0240B66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78437-9CAE-4C39-9C2F-2AF7615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Работа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39422-D33E-4042-90A0-A81F21CC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Передача, исполнитель,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фото выполнения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F4885-BB76-46BB-A929-8B7A522F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622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96F58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E96F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83661-5CC3-4CF2-8570-84E2F5B5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908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8393B-A1EF-4864-98BC-018D0EB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19525"/>
            <a:ext cx="24288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Житель подтвердил</a:t>
            </a:r>
          </a:p>
          <a:p xmlns:a="http://schemas.openxmlformats.org/drawingml/2006/main">
            <a:pPr>
              <a:defRPr sz="172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или открыл повторно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00ADB-4E34-4422-9FB9-58481F1B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После закрытия новая поломка видна как повторение на том же объекте.</a:t>
            </a:r>
          </a:p>
        </p:txBody>
      </p:sp>
    </p:spTree>
    <p:extLst>
      <p:ext uri="{BB962C8B-B14F-4D97-AF65-F5344CB8AC3E}">
        <p14:creationId xmlns:p14="http://schemas.microsoft.com/office/powerpoint/2010/main" val="1249361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84BB2-0569-4E07-B370-8E2B355E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89625-C473-4E3D-8B8B-420D91C8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У каждого участника своя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B8DA8-198C-42B2-8073-0A50B802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557F3-1EE6-49F7-9518-B0E369F6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Житель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D6760-E7A4-414B-8854-4E088616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1455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Сообщает о проблеме, подтверждает соседей, проверяет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4CA0B-B671-4D52-82AF-A6056A58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Домоуправляющий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E5DB5-6976-4157-8EDB-81552887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Решает, готова ли проблема к передаче и кому адресовать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D82C0-983B-4935-9EF6-55EF5888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УК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81F1E-D043-4359-97C1-EE6A0598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Принимает обращение и назначает работу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FBB5E-ACE9-44AF-8E9F-3D06C627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8E893-22E1-4F1B-8885-1A9D5C58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29200"/>
            <a:ext cx="7429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Выполняет работу и прикладывает подтверждение</a:t>
            </a:r>
          </a:p>
        </p:txBody>
      </p:sp>
    </p:spTree>
    <p:extLst>
      <p:ext uri="{BB962C8B-B14F-4D97-AF65-F5344CB8AC3E}">
        <p14:creationId xmlns:p14="http://schemas.microsoft.com/office/powerpoint/2010/main" val="1907187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CA142-B04B-4208-B6B7-B55E28AD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962F9-A159-40BF-A29D-3AD0E9B2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MAX объединяет чат и состояние дома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4267A-7CA6-490A-AA95-07E3457F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EB7F0-BCD8-440E-9799-C47DB7AF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8429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Бот принимает сообщения группы и личного диалога. Мини-приложение открывает карточку дома и историю объекта.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ADB71-BE0B-466A-BDC6-0644422D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790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Инициатива жителей превращается в общий неформальный опрос прямо в групповом чате.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2C230-2BC6-4B73-8848-103BD874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0175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MAX ID подтверждает аккаунт, но не факт проживания в доме.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52d94067f452f"/>
          <a:stretch xmlns:a="http://schemas.openxmlformats.org/drawingml/2006/main"/>
        </p:blipFill>
        <p:spPr>
          <a:xfrm xmlns:a="http://schemas.openxmlformats.org/drawingml/2006/main">
            <a:off x="9334500" y="3203674"/>
            <a:ext cx="2095500" cy="16698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72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C00F7-B9CF-44EC-A0BE-2B62D54B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BD95F-C5FB-43DE-8892-EC4833A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ML помогает, правила принимают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BE388-0A1A-40C1-BBCB-463215F0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3ACB4-6139-4BC1-91D1-9FD1740A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92,86%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EA192-A1BD-4074-ACDA-B9CACE1C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точность категории</a:t>
            </a:r>
          </a:p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на отложенной выборке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14DF3-45F8-4559-AC9E-0C098A7C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1930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0,9317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194C8-B1AC-492E-874F-EB16E47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macro-F1</a:t>
            </a:r>
          </a:p>
          <a:p xmlns:a="http://schemas.openxmlformats.org/drawingml/2006/main">
            <a:pPr>
              <a:defRPr sz="18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на той же выборке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806B2-D8ED-41D7-803E-B998F66B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962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Категория определяется локально. Место, объект, дубликат и повторяемость проходят отдельную проверку; при сомнении бот уточняет только недостающий факт.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B32DC-7EB2-4DA2-9E84-7A357F0A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Выборка из 350 подготовленных сообщений; оценка не заменяет проверку на реальных чатах.</a:t>
            </a:r>
          </a:p>
        </p:txBody>
      </p:sp>
    </p:spTree>
    <p:extLst>
      <p:ext uri="{BB962C8B-B14F-4D97-AF65-F5344CB8AC3E}">
        <p14:creationId xmlns:p14="http://schemas.microsoft.com/office/powerpoint/2010/main" val="730222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942B7-3494-4B98-8D64-2674700A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6B043-A823-48A0-973B-AC7E3BB4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53049"/>
                </a:solidFill>
                <a:latin typeface="Arial"/>
                <a:ea typeface="Arial"/>
                <a:cs typeface="Arial"/>
              </a:rPr>
              <a:t>Проверяемость и границы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38C6D-A50A-486C-A428-3CB5BF38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24E85-3699-4ECC-99D6-D4CA8AEC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495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2 дома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31133-E9D5-4FE9-AD95-4C06C370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Разная конфигурация объектов, маршрутов и порогов повторяемости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4A89F-D892-4C11-86E4-C0D1CA5E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66925"/>
            <a:ext cx="4857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57FA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7FAB"/>
                </a:solidFill>
                <a:latin typeface="Arial"/>
                <a:ea typeface="Arial"/>
                <a:cs typeface="Arial"/>
              </a:rPr>
              <a:t>100+ тестов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4DE34-D1A9-4881-A51C-DACC0B7B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95575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В том числе 20 последовательных прогонов основного сценария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5C4D6-F13A-488C-B446-8DFD6794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0287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04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049"/>
                </a:solidFill>
                <a:latin typeface="Arial"/>
                <a:ea typeface="Arial"/>
                <a:cs typeface="Arial"/>
              </a:rPr>
              <a:t>Передача в УК и государственные системы пока учебная. Данные демо-истории помечены как синтетические. Неформальный опрос не является ОСС.</a:t>
            </a:r>
          </a:p>
        </p:txBody>
      </p:sp>
    </p:spTree>
    <p:extLst>
      <p:ext uri="{BB962C8B-B14F-4D97-AF65-F5344CB8AC3E}">
        <p14:creationId xmlns:p14="http://schemas.microsoft.com/office/powerpoint/2010/main" val="1389238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30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988A1-7F70-4414-B0AD-1CFB32F2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E9E4"/>
                </a:solidFill>
                <a:latin typeface="Arial"/>
                <a:ea typeface="Arial"/>
                <a:cs typeface="Arial"/>
              </a:rPr>
              <a:t>ДОМПУЛЬС   /   MAX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7809D-2020-477E-A348-DF88C370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Демонстрация за четыре минуты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4D936-B44E-4090-B7EA-BF3E56EC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A2787-716D-4C6C-AF0E-85B4C075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  Три сообщения о лифте во втором подъезде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49F38-F402-4D77-B771-6C4BBD7E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 Одна проблема: подтверждения и четвёртый случай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6EC94-F4C6-4CCB-8348-59554D57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Передача, назначение, фото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62E1F-D676-4BF5-A4CD-D5865134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Житель подтверждает: лифт работает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858D9-55D5-4F80-8EB3-1E37029A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 История лифта обновилась; опрос по освещению открыт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B3E15-1A51-45A9-8713-E14E06AC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047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  Второй дом показывает иную конфигурацию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F8F07-332C-4A91-8A13-FE7B6C53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19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4E9E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4E9E4"/>
                </a:solidFill>
                <a:latin typeface="Arial"/>
                <a:ea typeface="Arial"/>
                <a:cs typeface="Arial"/>
              </a:rPr>
              <a:t>MAX: @t312_hakaton_max_bot     Мини-приложение: apaww.github.io/dom.sreda.io</a:t>
            </a:r>
          </a:p>
        </p:txBody>
      </p:sp>
    </p:spTree>
    <p:extLst>
      <p:ext uri="{BB962C8B-B14F-4D97-AF65-F5344CB8AC3E}">
        <p14:creationId xmlns:p14="http://schemas.microsoft.com/office/powerpoint/2010/main" val="218718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2026-09-29T18:23:13.8570000Z</dcterms:created>
  <dcterms:modified xsi:type="dcterms:W3CDTF">2026-09-29T18:23:13.8570000Z</dcterms:modified>
</coreProperties>
</file>